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3" r:id="rId6"/>
    <p:sldId id="265" r:id="rId7"/>
    <p:sldId id="260" r:id="rId8"/>
    <p:sldId id="262" r:id="rId9"/>
    <p:sldId id="269" r:id="rId10"/>
    <p:sldId id="27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1:31:35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1 24575,'-1'4'0,"0"0"0,0 0 0,-1 0 0,1 0 0,-1 0 0,0 0 0,0-1 0,0 1 0,-4 4 0,-10 21 0,3 15 0,1-1 0,2 2 0,3-1 0,-5 84 0,1-62 0,8-58 0,1-1 0,0 1 0,1 0 0,-1 0 0,2 0 0,-1 0 0,1 0 0,0 0 0,1 0 0,0-1 0,2 13 0,-2-18 0,0 0 0,0 0 0,1-1 0,-1 1 0,1 0 0,-1 0 0,1-1 0,-1 1 0,1-1 0,0 0 0,0 1 0,0-1 0,-1 0 0,1 0 0,1 0 0,-1 0 0,0 0 0,0-1 0,0 1 0,3 0 0,52 6 0,-26-5 0,170 33 0,-185-33-273,1 2 0,-1 0 0,0 1 0,21 9 0,-24-9-6553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1:31:51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842 1 24575,'-2'14'0,"0"-1"0,-1 1 0,0-1 0,-1 0 0,0 0 0,-1 0 0,0-1 0,-1 1 0,-1-1 0,-12 17 0,-24 54 0,24-41 0,-2-1 0,-1-2 0,-40 55 0,51-78 0,-1 4 0,1 1 0,1 0 0,1 1 0,-13 43 0,-1 5 0,21-67 0,0 1 0,-1 0 0,0-1 0,1 0 0,-1 1 0,0-1 0,0 0 0,-1-1 0,1 1 0,-1 0 0,1-1 0,-1 0 0,0 0 0,0 0 0,0 0 0,0-1 0,0 0 0,0 1 0,0-1 0,-8 0 0,-11 3 0,0-2 0,-33 0 0,54-2 0,-42 1 0,1 1 0,-53 11 0,-39 6-1365,119-16-5461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1:31:53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24575,'34'2'0,"0"2"0,0 1 0,65 20 0,-55-13 0,84 33 0,-75-33 0,-42-10 0,-1 0 0,0 0 0,0 1 0,0 0 0,18 9 0,-27-11 0,0-1 0,-1 1 0,1-1 0,0 1 0,-1 0 0,1 0 0,-1-1 0,1 1 0,-1 0 0,1 0 0,-1 0 0,1-1 0,-1 1 0,0 0 0,0 0 0,1 0 0,-1 0 0,0 0 0,0 0 0,0 0 0,0 0 0,0 0 0,0 0 0,0-1 0,0 1 0,0 0 0,-1 0 0,1 0 0,0 0 0,-1 0 0,1 0 0,0 0 0,-1-1 0,1 1 0,-1 0 0,0 1 0,-27 34 0,20-26 0,-10 19 0,1 0 0,2 2 0,1-1 0,1 2 0,-14 54 0,24-75 0,-36 109 0,25-72-78,8-29-137,0 1 1,1 0-1,1 0 1,1 0-1,0 23 1,3-33-6612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1:31:54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1 24575,'1'16'0,"-1"1"0,-1-1 0,0 0 0,-1 1 0,-1-1 0,-1 0 0,0 0 0,-10 25 0,8-25 0,0 0 0,2 1 0,-5 25 0,6-22 0,-1-1 0,-9 25 0,-76 199-1365,82-229-5461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1:31:55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 24575,'0'-1'0,"1"0"0,-1 0 0,1 0 0,-1 1 0,1-1 0,-1 0 0,1 0 0,-1 0 0,1 0 0,0 0 0,0 1 0,-1-1 0,1 0 0,0 1 0,0-1 0,0 0 0,0 1 0,0-1 0,0 1 0,0-1 0,0 1 0,0 0 0,0 0 0,0-1 0,0 1 0,0 0 0,2 0 0,33-4 0,-32 3 0,326-1 64,-171 4-1493,-140-2-5397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1:32:02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2:11.4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71 2852 24575,'-3'0'0,"0"0"0,0 0 0,0-1 0,1 1 0,-1-1 0,0 0 0,0 1 0,1-2 0,-1 1 0,1 0 0,-1 0 0,1-1 0,-1 1 0,1-1 0,0 0 0,0 0 0,0 0 0,0 0 0,0 0 0,0 0 0,0 0 0,1-1 0,-1 1 0,1 0 0,0-1 0,-1 0 0,1 1 0,0-1 0,1 0 0,-1 1 0,0-1 0,0-4 0,-1-11 0,0 0 0,1 0 0,1-1 0,2-18 0,0 8 0,-3-81 0,3-67 0,21 45 0,-15 84 0,19-59 0,0 1 0,0-76 0,-23 154 0,13-47 0,-11 51 0,0 0 0,4-45 0,-5 17 0,3 0 0,2 0 0,26-79 0,24-59 0,-49 161 0,1 1 0,23-38 0,1-4 0,-16 26 0,1 1 0,3 1 0,53-73 0,36-1 0,-74 71 0,3 1 0,1 3 0,58-44 0,-83 73 0,1 0 0,0 2 0,25-11 0,27-16 0,-26 10 0,1 2 0,2 2 0,78-26 0,-81 33 0,-33 11 0,0 0 0,0 1 0,1 0 0,0 2 0,0-1 0,19 0 0,82-10 0,-51 4 0,4 1 0,-23 1 0,66 0 0,-55 6 0,89-14 0,-72 8 0,146 7 0,-96 2 0,33-4 0,166 5 0,-149 19 0,138 22 0,-240-34 0,-35-4 0,58 1 0,-73-6 0,0 0 0,-1 2 0,1 0 0,-1 2 0,34 11 0,-40-11 0,60 15 0,-47-14 0,0 1 0,0 1 0,42 21 0,-43-17 0,1-1 0,29 8 0,-30-11 0,-1 0 0,43 23 0,3 4 0,-51-27 0,-1 1 0,0 0 0,-1 2 0,29 21 0,182 190 0,-122-114 0,-89-91 0,0 2 0,-1 0 0,-1 1 0,0 0 0,-2 2 0,18 36 0,-16-27 0,0 1 0,-1 0 0,12 40 0,5 5 0,-24-63 0,-1 0 0,0 1 0,0 0 0,5 28 0,-8-20 0,1-1 0,1 0 0,1 0 0,1 0 0,16 31 0,-12-27 0,-1 0 0,-1 2 0,10 45 0,6 21 0,64 224 0,-75-268 0,-9-35 0,0 0 0,-1 1 0,-1-1 0,2 29 0,-3-5 0,1-1 0,2 0 0,10 42 0,36 87 0,-42-130-1365,-7-19-5461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2:19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1881 777 24575,'-1'42'0,"-2"0"0,-1 0 0,-3-1 0,-1 1 0,-14 39 0,3-33 0,-2-2 0,-52 87 0,27-54 0,40-67 0,-1 0 0,-1-1 0,1 0 0,-2 0 0,1 0 0,-2-1 0,1-1 0,-1 0 0,-1 0 0,0-1 0,0 0 0,0 0 0,-1-2 0,-14 7 0,-41 24 0,53-29 0,1 0 0,-1 0 0,-1-1 0,1-1 0,-1-1 0,-29 8 0,-55 9 0,61-12 0,-44 5 0,69-13 0,0-2 0,-1 1 0,1-2 0,-1 1 0,1-2 0,0 0 0,-16-4 0,-49-19 0,-132-60 0,174 70 0,-28-16 0,-151-91 0,184 104 0,19 12 0,1-1 0,0 0 0,1 0 0,-11-10 0,-1-2 0,-43-28 0,43 32 0,0-1 0,-27-25 0,38 29 0,1 0 0,0-1 0,0 0 0,2 0 0,0-1 0,0 0 0,1 0 0,1-1 0,0 0 0,1 0 0,1 0 0,0-1 0,1 0 0,1 0 0,1 1 0,0-1 0,0 0 0,2 0 0,0 0 0,4-20 0,5 12 0,0-1 0,1 1 0,2 1 0,0 0 0,2 1 0,0 1 0,27-29 0,13-21 0,-25 34 0,1 2 0,52-46 0,-31 32 0,111-92 0,-45 43 0,-99 83 0,1 2 0,1 1 0,0 0 0,0 2 0,35-12 0,-31 13 0,1 1 0,0 2 0,0 1 0,0 1 0,28-1 0,137 5 0,-82 3 0,-90-2 0,1 1 0,-1 1 0,0 0 0,0 2 0,-1 0 0,24 11 0,31 7 0,-4-10 0,-56-12 0,0 1 0,-1 0 0,1 1 0,-1 0 0,0 1 0,0 1 0,19 9 0,-5 1 0,0 1 0,-1 2 0,27 24 0,-45-36 0,-1 1 0,1 0 0,-1 0 0,0 0 0,-1 1 0,0 0 0,0 0 0,-1 1 0,0-1 0,0 1 0,-1 0 0,-1 0 0,1 0 0,1 16 0,7 47 0,-6-47 0,-1 0 0,0 29 0,-3-13 0,0-5 0,-1 1 0,-2-1 0,-12 66 0,9-76-75,2 0 0,1 0 0,2 52 0,0-45-990,0-13-5761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2:22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0 997 24575,'0'-34'0,"7"-56"0,-5 76 0,1 1 0,0 0 0,1 0 0,1 1 0,0-1 0,1 1 0,8-14 0,55-81 0,-34 55 0,40-53 0,-66 96 0,0 0 0,1 1 0,20-13 0,22-19 0,-22 12 0,1 2 0,61-39 0,-82 59 0,46-28 0,2 3 0,88-35 0,-89 42 0,170-63 0,-195 77 0,2 2 0,-1 1 0,1 2 0,0 1 0,37 0 0,4 4 0,70 2 0,-136 0 0,0 0 0,-1 1 0,1 0 0,0 0 0,-1 1 0,0 0 0,0 1 0,0 0 0,0 0 0,-1 0 0,0 1 0,0 0 0,12 14 0,-6-8 0,0 0 0,23 15 0,-24-17 0,-1 0 0,1 1 0,-1 0 0,-1 1 0,0 0 0,-1 1 0,9 16 0,17 22 0,-21-31 0,-1 1 0,0 0 0,-2 1 0,-1 0 0,0 1 0,-2 0 0,-1 1 0,-1 0 0,0 0 0,3 44 0,-1 3 0,-2-24 0,0 56 0,-4 12 0,-5 101 0,1-205 0,0 0 0,0 0 0,-1-1 0,0 1 0,-1-1 0,-1 0 0,1 0 0,-1 0 0,-13 17 0,-5 3 0,-42 42 0,26-30 0,18-20 0,-2-1 0,-27 19 0,-34 32 0,29-26 0,43-37 0,0 0 0,0 1 0,-17 18 0,20-18 0,0-1 0,-1 0 0,-14 9 0,-20 19 0,36-31 0,0 1 0,0-1 0,0-1 0,0 0 0,-1 0 0,0 0 0,0-1 0,-1-1 0,1 0 0,-1 0 0,1 0 0,-1-2 0,-15 2 0,-17 0 0,-82-5 0,49-1 0,61 3 0,-1 0 0,1-1 0,0-1 0,0 0 0,0-1 0,0 0 0,1-2 0,-1 1 0,1-2 0,-21-11 0,-186-117 0,200 122 0,1-1 0,-20-16 0,-28-19 0,59 43 0,1-1 0,0 0 0,1-1 0,0 1 0,0-1 0,0 0 0,1-1 0,0 0 0,-5-10 0,3 5 0,-1 2 0,0-1 0,-10-11 0,2 8 0,0 1 0,-20-13 0,-29-26 0,39 30 0,21 19 0,0 0 0,0-1 0,0 0 0,0 0 0,1 0 0,0 0 0,0-1 0,0 1 0,1-1 0,0 0 0,-4-11 0,2 4-273,0 0 0,0 1 0,-1 0 0,-14-21 0,10 20-6553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2:27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1659 134 24575,'-108'2'0,"-116"-5"0,158-8 0,47 7 0,-1 1 0,-29-2 0,7 3 0,1-3 0,-58-13 0,-7-1 0,28 9 0,-104-2 0,145 11 0,-51-9 0,51 5 0,-49-1 0,29 4 0,-85-12 0,100 10-369,-70 2 1,98 2-260,4 1-6198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2:28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0 24575,'-3'1'0,"0"-1"0,0 1 0,0 0 0,1 0 0,-1 0 0,0 0 0,0 0 0,1 1 0,-1-1 0,0 1 0,1-1 0,0 1 0,-1 0 0,-2 4 0,-35 39 0,17-18 0,2-4 0,14-15 0,0 0 0,0 0 0,-1-1 0,0 0 0,-1-1 0,1 0 0,-1 0 0,-14 7 0,-160 91 0,179-102 0,0-1 0,1 1 0,-1 0 0,0 0 0,0 1 0,1-1 0,0 1 0,-1 0 0,1-1 0,0 2 0,0-1 0,0 0 0,1 0 0,-1 1 0,-2 5 0,5-7 0,-1 1 0,1 0 0,-1-1 0,1 1 0,0 0 0,0-1 0,0 1 0,0 0 0,1 0 0,-1-1 0,1 1 0,0-1 0,0 1 0,-1-1 0,2 1 0,-1-1 0,0 1 0,0-1 0,1 0 0,-1 1 0,1-1 0,0 0 0,0 0 0,0 0 0,2 1 0,31 31 0,-25-26 0,-1 0 0,0 1 0,-1 0 0,0 0 0,-1 1 0,1 0 0,9 20 0,8 21 0,-12-25 0,17 48 0,-20-49 0,0-1 0,25 42 0,9 20 0,-37-73 0,0-1 0,1 0 0,0 0 0,1 0 0,12 12 0,13 17 0,-11-20-1365,-11-15-5461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2:29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24575,'31'2'0,"54"10"0,-25-3 0,0 1 0,-38-5 0,0-2 0,30 2 0,41-4 0,146-4 0,-160-8 0,-47 6 0,56-2 0,508 8 0,-585 0 0,-1 0 0,0 1 0,1 0 0,-1 1 0,0 0 0,0 1 0,-1 0 0,18 9 0,-16-7 0,-1 0 0,2-2 0,-1 1 0,0-2 0,1 1 0,13 1 0,-10-3 0,-1 0 0,1 0 0,-1 2 0,1-1 0,18 9 0,-33-12-36,1 0 0,-1 0 0,0 0 1,1 1-1,-1-1 0,0 0 0,1 0 0,-1 0 0,1 1 0,-1-1 0,0 0 0,1 0 0,-1 1 0,0-1 0,0 0 0,1 0 0,-1 1 1,0-1-1,0 0 0,1 1 0,-1-1 0,0 0 0,0 1 0,0-1 0,0 1 0,1-1 0,-1 0 0,0 1 0,0-1 0,0 1 0,0-1 1,0 0-1,0 1 0,0-1 0,0 1 0,0-1 0,0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2:30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24575,'6'0'0,"-1"1"0,1 0 0,-1 0 0,1 0 0,-1 1 0,1 0 0,-1 0 0,0 0 0,0 1 0,0-1 0,5 5 0,53 43 0,-30-22 0,24 20 0,-32-25 0,52 34 0,-70-53 0,0 1 0,0 0 0,0 0 0,-1 0 0,0 1 0,0 0 0,0 0 0,-1 0 0,0 1 0,0-1 0,0 2 0,-1-1 0,0 0 0,-1 1 0,0-1 0,0 1 0,0 0 0,-1 0 0,0 0 0,-1 1 0,0-1 0,0 0 0,-1 0 0,0 1 0,-1 8 0,1-2 0,-1-1 0,0 0 0,-1 1 0,0-1 0,-2 0 0,1 0 0,-2 0 0,0-1 0,0 0 0,-1 0 0,-1 0 0,0 0 0,-1-1 0,0 0 0,-1-1 0,0 0 0,-16 14 0,17-18 0,0-1 0,0 0 0,-1 0 0,1-1 0,-14 5 0,12-5 0,0 0 0,0 1 0,1 0 0,-11 9 0,-91 73 0,100-78-1365,0-1-5461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3:07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1 465 24575,'0'-12'0,"1"0"0,1 0 0,0 1 0,1-1 0,0 0 0,0 1 0,2 0 0,-1 0 0,1 0 0,1 1 0,0-1 0,7-9 0,13-13 0,2 0 0,33-30 0,-4 3 0,-47 50 0,1-1 0,0 2 0,1-1 0,0 1 0,1 1 0,0 0 0,0 1 0,1 1 0,-1 0 0,1 1 0,1 0 0,17-3 0,6 1 0,1 1 0,0 3 0,56 1 0,-51 3-1365,-25-1-5461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3T06:53:08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24575,'11'2'0,"0"0"0,0 1 0,-1 1 0,1 0 0,-1 0 0,0 1 0,0 0 0,12 8 0,-5-3 0,-1 0 0,-1 1 0,0 1 0,15 14 0,16 14 0,54 28 0,-54-38 0,45 37 0,-87-63 0,-1 1 0,1-1 0,-1 1 0,0 0 0,0 0 0,-1 0 0,0 0 0,1 1 0,-2-1 0,1 1 0,-1-1 0,1 1 0,-1-1 0,-1 1 0,1 0 0,-1-1 0,0 1 0,-1 0 0,0 6 0,0-4 0,0 1 0,0-1 0,-1 0 0,0 0 0,-1 0 0,0 0 0,0 0 0,0 0 0,-1-1 0,0 0 0,-1 0 0,-7 10 0,-3-3 25,-1-1-1,0-1 0,-25 15 0,-10 7-1486,39-24-5364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FACCA-A5CA-478E-AFBF-E10D4D5956D8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3C68D-6A65-477B-A480-8637E5085F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71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3C68D-6A65-477B-A480-8637E5085F7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011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3C68D-6A65-477B-A480-8637E5085F7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079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726FD-B8AA-832F-EC9A-99A8B0820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D6BB52-F370-A8AB-78EA-696028C44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53BD3-32C4-5219-249B-19D3F662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F54181-B2E0-FAFA-FDBF-26363E0AA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78F63E-A258-139B-929F-8AF378C3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416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4FA29-7533-B5B3-1514-24F08EF7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E835E3-AB69-C46E-F853-D7B3CCB61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75CCDC-B854-84A3-BE95-9DBC8443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FF696D-F854-7F5E-751A-889B5E9E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44A12B-38C1-1986-DB32-CF3625BC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14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EA6DA-F766-CAC8-1E45-AFF51AF7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372809-AE20-E42F-5977-674BBC01B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4A1CA9-0618-C775-15F6-C6BB3F20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D48169-BA2A-BEBF-BA46-00CD2EC7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E0224F-F4F4-9321-F5FB-8E01C547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1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7CC0D-8CB6-9B8C-D42F-D36E3AFEE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FF0FDD-304B-82A3-BBB9-D732D0F55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5CA498-5F8F-0851-CE1A-28817FFF4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A90489-6BA9-16BF-737B-16552A85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6DBE4F-CDEB-AEAE-1982-B3960F47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D7B675-0A7A-1E9D-3640-24BEE106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09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06B18-642A-3C7B-9D17-E736797D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9F62B8-9AE9-B0EC-DDB0-60B6FE6F1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D2DCA1-E14E-DA2A-F089-634A4CAE6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AC768B-FD3D-77F8-1C8F-517E5AC7F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26AD3B-5BDB-EAAF-3918-A3894423F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3104FAE-52AC-C734-EA08-56F30DB5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E4B12E-67A3-38F9-662B-E1D49381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296570-F2C3-B1CC-E8B2-1CFC0A3F6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824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6D864-FA99-EE6D-A01C-8D299B46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A98BEE-27B7-0C9C-EB2A-232F60EC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23DD10-74DD-4265-939E-914C357F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67E8D0-EEF7-0626-C576-B3B9ECEC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9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AA800F-7013-5415-A576-C557EB206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45E47B-BBC6-C5AE-D752-413CC550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88DA9-AFF5-1ACE-2DC9-87621D0B2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30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C79F3-E8B7-A4BB-1E01-62A5D763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D6612-34BB-BF53-4599-9272F69BD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1C692-80CB-9B6A-4AAF-EDF358A6F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F43DFC-65DB-7771-B8EC-38AF8EB1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70D9F6-AD4B-4E46-761F-F43D8C0D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DAF9CC-5B3A-0357-9BCB-56FACC0C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414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772C6-1C02-2B42-485A-3A0289B1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3D8B78-0EDB-91E5-CD65-8D5BE5820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09A3D8-AF77-FCA1-55CE-49FEE923C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D76171-CDF7-8383-F205-96D37F99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50A846-ECD6-3B31-69DC-137255766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D0DBAD-4315-6E0B-D6BD-70973B42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29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665F3-392C-3CBB-329E-F36A5896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4AE6BC-AEF4-DA52-E8E4-33C9BF826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63B3D-DFFD-C879-1453-C9A5DFF1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FAD465-8D7C-B167-7729-21A43D705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ED318-B2FF-75E8-53EB-8D860C73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80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76323C-F9E8-78AB-A434-FE07B585F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314233-A7F6-2102-011B-39251FA85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2AEE8-F12C-3956-2AFE-3E0411F1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4E538F-8C96-8110-C20E-9BA744DB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137D16-03C0-22FD-C15F-4BAE0B4D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4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A84095-92C0-AE94-C8AD-893AD48F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DDDF82-BAD2-B438-BDCF-0C8DB127D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4BE7B-BF83-1D22-0EBD-2707D4637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4A093-64D5-49AD-ADBA-D3C34D0EE034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32B42-A203-213D-2FF8-F0F99EA73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B1D616-EABD-6D52-A78C-F4A6521CF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B8CCD-DDE0-41F3-ADA2-D7B814A50E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38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2.xml"/><Relationship Id="rId18" Type="http://schemas.openxmlformats.org/officeDocument/2006/relationships/image" Target="../media/image17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14.png"/><Relationship Id="rId17" Type="http://schemas.openxmlformats.org/officeDocument/2006/relationships/customXml" Target="../ink/ink14.xml"/><Relationship Id="rId2" Type="http://schemas.openxmlformats.org/officeDocument/2006/relationships/image" Target="../media/image9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10" Type="http://schemas.openxmlformats.org/officeDocument/2006/relationships/image" Target="../media/image13.png"/><Relationship Id="rId19" Type="http://schemas.openxmlformats.org/officeDocument/2006/relationships/customXml" Target="../ink/ink15.xml"/><Relationship Id="rId4" Type="http://schemas.openxmlformats.org/officeDocument/2006/relationships/image" Target="../media/image10.png"/><Relationship Id="rId9" Type="http://schemas.openxmlformats.org/officeDocument/2006/relationships/customXml" Target="../ink/ink10.xml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C514C-7F46-0B3D-1FB4-C629991CA0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Car Simulator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00A730-F19A-136A-7078-314F54FAFE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자동차 주행 시뮬레이션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정주은</a:t>
            </a:r>
          </a:p>
        </p:txBody>
      </p:sp>
    </p:spTree>
    <p:extLst>
      <p:ext uri="{BB962C8B-B14F-4D97-AF65-F5344CB8AC3E}">
        <p14:creationId xmlns:p14="http://schemas.microsoft.com/office/powerpoint/2010/main" val="3013054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6EA7F-4445-9849-6548-6DD5FA486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D18B51-DAD4-8A57-1CD0-D12A166EE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ko-KR" altLang="en-US" dirty="0"/>
              <a:t>주제</a:t>
            </a:r>
            <a:r>
              <a:rPr lang="en-US" altLang="ko-KR" dirty="0"/>
              <a:t> </a:t>
            </a:r>
            <a:r>
              <a:rPr lang="ko-KR" altLang="en-US" dirty="0"/>
              <a:t>및 최종 목표</a:t>
            </a:r>
            <a:endParaRPr lang="en-US" altLang="ko-KR" dirty="0"/>
          </a:p>
          <a:p>
            <a:pPr marL="514350" indent="-514350">
              <a:buFont typeface="+mj-lt"/>
              <a:buAutoNum type="arabicParenR"/>
            </a:pPr>
            <a:r>
              <a:rPr lang="en-US" altLang="ko-KR" dirty="0"/>
              <a:t>1</a:t>
            </a:r>
            <a:r>
              <a:rPr lang="ko-KR" altLang="en-US" dirty="0"/>
              <a:t>주차 진행내용</a:t>
            </a:r>
            <a:endParaRPr lang="en-US" altLang="ko-KR" dirty="0"/>
          </a:p>
          <a:p>
            <a:pPr marL="514350" indent="-514350">
              <a:buFont typeface="+mj-lt"/>
              <a:buAutoNum type="arabicParenR"/>
            </a:pPr>
            <a:r>
              <a:rPr lang="ko-KR" altLang="en-US" dirty="0"/>
              <a:t>주차별 목표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0043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335C5-EC4E-EA97-51D8-7FB2A69A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및 최종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6DBAE2-4EB2-75E3-5D15-27844D22A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물리엔진 기반 자동차 바퀴 움직임 구현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ko-KR" dirty="0"/>
              <a:t>바퀴</a:t>
            </a:r>
            <a:r>
              <a:rPr lang="ko-KR" altLang="en-US" dirty="0"/>
              <a:t>의 접지 상태</a:t>
            </a:r>
            <a:r>
              <a:rPr lang="en-US" altLang="ko-KR" dirty="0"/>
              <a:t>, </a:t>
            </a:r>
            <a:r>
              <a:rPr lang="ko-KR" altLang="en-US" dirty="0"/>
              <a:t>토크</a:t>
            </a:r>
            <a:r>
              <a:rPr lang="en-US" altLang="ko-KR" dirty="0"/>
              <a:t>, </a:t>
            </a:r>
            <a:r>
              <a:rPr lang="ko-KR" altLang="en-US" dirty="0"/>
              <a:t>서스펜션 반응을 고려하여 자동차의 움직임을 사실적으로 표현하는 것을 목표로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핵심 요소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바퀴 접지</a:t>
            </a:r>
            <a:r>
              <a:rPr lang="en-US" altLang="ko-KR" dirty="0"/>
              <a:t>/</a:t>
            </a:r>
            <a:r>
              <a:rPr lang="ko-KR" altLang="en-US" dirty="0"/>
              <a:t>토크</a:t>
            </a:r>
            <a:r>
              <a:rPr lang="en-US" altLang="ko-KR" dirty="0"/>
              <a:t>/</a:t>
            </a:r>
            <a:r>
              <a:rPr lang="ko-KR" altLang="en-US" dirty="0"/>
              <a:t>서스펜션</a:t>
            </a:r>
            <a:r>
              <a:rPr lang="en-US" altLang="ko-KR" dirty="0"/>
              <a:t>/</a:t>
            </a:r>
            <a:r>
              <a:rPr lang="ko-KR" altLang="en-US" dirty="0"/>
              <a:t>물리엔진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61411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35843-2AFD-6640-72A4-F3BD4C07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진행내용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5EB50E-4E96-F96E-4954-97F4C6398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6</a:t>
            </a:r>
            <a:r>
              <a:rPr lang="ko-KR" altLang="en-US" dirty="0"/>
              <a:t>월 </a:t>
            </a:r>
            <a:r>
              <a:rPr lang="en-US" altLang="ko-KR" dirty="0"/>
              <a:t>29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월</a:t>
            </a:r>
            <a:r>
              <a:rPr lang="en-US" altLang="ko-KR" dirty="0"/>
              <a:t>)~7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ko-KR" altLang="en-US" dirty="0"/>
              <a:t>하드웨어 문제로 </a:t>
            </a:r>
            <a:r>
              <a:rPr lang="en-US" altLang="ko-KR" dirty="0"/>
              <a:t>Visual Studio </a:t>
            </a:r>
            <a:r>
              <a:rPr lang="ko-KR" altLang="en-US" dirty="0"/>
              <a:t>오류</a:t>
            </a:r>
            <a:r>
              <a:rPr lang="en-US" altLang="ko-KR" dirty="0"/>
              <a:t> </a:t>
            </a:r>
            <a:r>
              <a:rPr lang="ko-KR" altLang="en-US" dirty="0"/>
              <a:t>및 블루스크린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목표 작성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화</a:t>
            </a:r>
            <a:r>
              <a:rPr lang="en-US" altLang="ko-KR" dirty="0"/>
              <a:t>: Microsoft Mini Engine </a:t>
            </a:r>
            <a:r>
              <a:rPr lang="ko-KR" altLang="en-US" dirty="0"/>
              <a:t>실행</a:t>
            </a:r>
            <a:r>
              <a:rPr lang="en-US" altLang="ko-KR" dirty="0"/>
              <a:t>/</a:t>
            </a:r>
            <a:r>
              <a:rPr lang="ko-KR" altLang="en-US" dirty="0"/>
              <a:t>물리 엔진 설계 방향 정리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</a:t>
            </a:r>
            <a:r>
              <a:rPr lang="en-US" altLang="ko-KR" dirty="0"/>
              <a:t>: PhysX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12322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5164C-9207-CD55-4273-D1891CC3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진행내용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F98187-5C89-89CB-7939-0CD35A8AD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7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목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PhysX </a:t>
            </a:r>
            <a:r>
              <a:rPr lang="ko-KR" altLang="en-US" dirty="0"/>
              <a:t>공부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Plane, box, Cylinder</a:t>
            </a:r>
            <a:r>
              <a:rPr lang="ko-KR" altLang="en-US" dirty="0"/>
              <a:t> 생성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차체를 </a:t>
            </a:r>
            <a:r>
              <a:rPr lang="en-US" altLang="ko-KR" dirty="0"/>
              <a:t>box</a:t>
            </a:r>
            <a:r>
              <a:rPr lang="ko-KR" altLang="en-US" dirty="0"/>
              <a:t>로 생성해서 바퀴의 힘이 알아서 전달되도록 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-&gt;fail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바퀴 </a:t>
            </a:r>
            <a:r>
              <a:rPr lang="en-US" altLang="ko-KR" dirty="0"/>
              <a:t>4</a:t>
            </a:r>
            <a:r>
              <a:rPr lang="ko-KR" altLang="en-US" dirty="0"/>
              <a:t>개에 집중</a:t>
            </a:r>
          </a:p>
        </p:txBody>
      </p:sp>
    </p:spTree>
    <p:extLst>
      <p:ext uri="{BB962C8B-B14F-4D97-AF65-F5344CB8AC3E}">
        <p14:creationId xmlns:p14="http://schemas.microsoft.com/office/powerpoint/2010/main" val="231926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B4D62-5630-D6AC-907C-465CC569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진행내용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065074-B079-6655-2A3E-F69D00EAC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496" y="2021667"/>
            <a:ext cx="5517788" cy="328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9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4CEEA-83B7-FCA8-1384-C8049BD3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진행내용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50AB482-BE0F-779D-32A2-BCD729EF85CC}"/>
              </a:ext>
            </a:extLst>
          </p:cNvPr>
          <p:cNvGrpSpPr/>
          <p:nvPr/>
        </p:nvGrpSpPr>
        <p:grpSpPr>
          <a:xfrm>
            <a:off x="1148963" y="2858495"/>
            <a:ext cx="3490621" cy="2934032"/>
            <a:chOff x="974034" y="2524540"/>
            <a:chExt cx="3490621" cy="2934032"/>
          </a:xfrm>
        </p:grpSpPr>
        <p:sp>
          <p:nvSpPr>
            <p:cNvPr id="5" name="원통형 4">
              <a:extLst>
                <a:ext uri="{FF2B5EF4-FFF2-40B4-BE49-F238E27FC236}">
                  <a16:creationId xmlns:a16="http://schemas.microsoft.com/office/drawing/2014/main" id="{0743B67E-3B29-DF92-0F6A-8AB4028EA23B}"/>
                </a:ext>
              </a:extLst>
            </p:cNvPr>
            <p:cNvSpPr/>
            <p:nvPr/>
          </p:nvSpPr>
          <p:spPr>
            <a:xfrm rot="5400000">
              <a:off x="739471" y="4508390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원통형 5">
              <a:extLst>
                <a:ext uri="{FF2B5EF4-FFF2-40B4-BE49-F238E27FC236}">
                  <a16:creationId xmlns:a16="http://schemas.microsoft.com/office/drawing/2014/main" id="{55B44F03-67F9-C479-8381-EB8C3E173FDC}"/>
                </a:ext>
              </a:extLst>
            </p:cNvPr>
            <p:cNvSpPr/>
            <p:nvPr/>
          </p:nvSpPr>
          <p:spPr>
            <a:xfrm rot="5400000">
              <a:off x="2798858" y="4508391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원통형 6">
              <a:extLst>
                <a:ext uri="{FF2B5EF4-FFF2-40B4-BE49-F238E27FC236}">
                  <a16:creationId xmlns:a16="http://schemas.microsoft.com/office/drawing/2014/main" id="{59D07A05-0628-B1F5-D234-205CACE460BE}"/>
                </a:ext>
              </a:extLst>
            </p:cNvPr>
            <p:cNvSpPr/>
            <p:nvPr/>
          </p:nvSpPr>
          <p:spPr>
            <a:xfrm rot="5400000">
              <a:off x="3514475" y="2759103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원통형 7">
              <a:extLst>
                <a:ext uri="{FF2B5EF4-FFF2-40B4-BE49-F238E27FC236}">
                  <a16:creationId xmlns:a16="http://schemas.microsoft.com/office/drawing/2014/main" id="{3EEF38CB-77DB-A8BA-7684-330323323FAE}"/>
                </a:ext>
              </a:extLst>
            </p:cNvPr>
            <p:cNvSpPr/>
            <p:nvPr/>
          </p:nvSpPr>
          <p:spPr>
            <a:xfrm rot="5400000">
              <a:off x="1455089" y="2759103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29CF3CE-36D2-E7D4-353C-0B9289EC4230}"/>
              </a:ext>
            </a:extLst>
          </p:cNvPr>
          <p:cNvGrpSpPr/>
          <p:nvPr/>
        </p:nvGrpSpPr>
        <p:grpSpPr>
          <a:xfrm>
            <a:off x="1506772" y="3450866"/>
            <a:ext cx="2775004" cy="1763203"/>
            <a:chOff x="1331843" y="3116911"/>
            <a:chExt cx="2775004" cy="1763203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CA372A5-EE60-6FCD-5DC5-DFF70300A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1843" y="3116911"/>
              <a:ext cx="715618" cy="174928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0A03937-EC01-A793-9FDA-D266824192C9}"/>
                </a:ext>
              </a:extLst>
            </p:cNvPr>
            <p:cNvCxnSpPr>
              <a:cxnSpLocks/>
            </p:cNvCxnSpPr>
            <p:nvPr/>
          </p:nvCxnSpPr>
          <p:spPr>
            <a:xfrm>
              <a:off x="2047461" y="3116911"/>
              <a:ext cx="2059386" cy="0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ABEF551-524E-40D3-7C77-5DCAC94A6B38}"/>
                </a:ext>
              </a:extLst>
            </p:cNvPr>
            <p:cNvCxnSpPr>
              <a:cxnSpLocks/>
            </p:cNvCxnSpPr>
            <p:nvPr/>
          </p:nvCxnSpPr>
          <p:spPr>
            <a:xfrm>
              <a:off x="1331843" y="4866198"/>
              <a:ext cx="2059386" cy="0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BC17A5A-3CF3-C3AF-08E7-1EC1742E3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7495" y="3130827"/>
              <a:ext cx="715618" cy="174928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A854C41-26E6-8507-2D08-93747165CB86}"/>
              </a:ext>
            </a:extLst>
          </p:cNvPr>
          <p:cNvGrpSpPr/>
          <p:nvPr/>
        </p:nvGrpSpPr>
        <p:grpSpPr>
          <a:xfrm>
            <a:off x="1685583" y="3466534"/>
            <a:ext cx="2427120" cy="1734480"/>
            <a:chOff x="1510654" y="3132579"/>
            <a:chExt cx="2427120" cy="173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4EBF46BD-14EF-5424-C41E-B881348C7908}"/>
                    </a:ext>
                  </a:extLst>
                </p14:cNvPr>
                <p14:cNvContentPartPr/>
                <p14:nvPr/>
              </p14:nvContentPartPr>
              <p14:xfrm>
                <a:off x="3776134" y="3132579"/>
                <a:ext cx="161640" cy="2361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4EBF46BD-14EF-5424-C41E-B881348C79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70014" y="3126459"/>
                  <a:ext cx="173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4C65FD8-5684-D70A-E168-03F880738FF6}"/>
                    </a:ext>
                  </a:extLst>
                </p14:cNvPr>
                <p14:cNvContentPartPr/>
                <p14:nvPr/>
              </p14:nvContentPartPr>
              <p14:xfrm>
                <a:off x="1994854" y="3148419"/>
                <a:ext cx="303120" cy="2847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4C65FD8-5684-D70A-E168-03F880738F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88734" y="3142299"/>
                  <a:ext cx="3153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8B9E6DA-E878-3578-DA4F-3B4AFE8A5D31}"/>
                    </a:ext>
                  </a:extLst>
                </p14:cNvPr>
                <p14:cNvContentPartPr/>
                <p14:nvPr/>
              </p14:nvContentPartPr>
              <p14:xfrm>
                <a:off x="1510654" y="4587699"/>
                <a:ext cx="185400" cy="2793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8B9E6DA-E878-3578-DA4F-3B4AFE8A5D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04534" y="4581579"/>
                  <a:ext cx="197640" cy="2916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8997BE0-0884-EC4E-DEE4-E3EDB2E63A05}"/>
                </a:ext>
              </a:extLst>
            </p:cNvPr>
            <p:cNvGrpSpPr/>
            <p:nvPr/>
          </p:nvGrpSpPr>
          <p:grpSpPr>
            <a:xfrm>
              <a:off x="3175294" y="4626579"/>
              <a:ext cx="282960" cy="217800"/>
              <a:chOff x="3175294" y="4626579"/>
              <a:chExt cx="282960" cy="217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8">
                <p14:nvContentPartPr>
                  <p14:cNvPr id="32" name="잉크 31">
                    <a:extLst>
                      <a:ext uri="{FF2B5EF4-FFF2-40B4-BE49-F238E27FC236}">
                        <a16:creationId xmlns:a16="http://schemas.microsoft.com/office/drawing/2014/main" id="{B282D8EC-EA31-FB35-B629-43C3C201F14D}"/>
                      </a:ext>
                    </a:extLst>
                  </p14:cNvPr>
                  <p14:cNvContentPartPr/>
                  <p14:nvPr/>
                </p14:nvContentPartPr>
                <p14:xfrm>
                  <a:off x="3175294" y="4627299"/>
                  <a:ext cx="61200" cy="217080"/>
                </p14:xfrm>
              </p:contentPart>
            </mc:Choice>
            <mc:Fallback>
              <p:pic>
                <p:nvPicPr>
                  <p:cNvPr id="32" name="잉크 31">
                    <a:extLst>
                      <a:ext uri="{FF2B5EF4-FFF2-40B4-BE49-F238E27FC236}">
                        <a16:creationId xmlns:a16="http://schemas.microsoft.com/office/drawing/2014/main" id="{B282D8EC-EA31-FB35-B629-43C3C201F14D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169174" y="4621179"/>
                    <a:ext cx="73440" cy="229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33" name="잉크 32">
                    <a:extLst>
                      <a:ext uri="{FF2B5EF4-FFF2-40B4-BE49-F238E27FC236}">
                        <a16:creationId xmlns:a16="http://schemas.microsoft.com/office/drawing/2014/main" id="{58EB8CFC-9659-E0AF-EBF6-673A0C465953}"/>
                      </a:ext>
                    </a:extLst>
                  </p14:cNvPr>
                  <p14:cNvContentPartPr/>
                  <p14:nvPr/>
                </p14:nvContentPartPr>
                <p14:xfrm>
                  <a:off x="3251974" y="4626579"/>
                  <a:ext cx="206280" cy="9360"/>
                </p14:xfrm>
              </p:contentPart>
            </mc:Choice>
            <mc:Fallback>
              <p:pic>
                <p:nvPicPr>
                  <p:cNvPr id="33" name="잉크 32">
                    <a:extLst>
                      <a:ext uri="{FF2B5EF4-FFF2-40B4-BE49-F238E27FC236}">
                        <a16:creationId xmlns:a16="http://schemas.microsoft.com/office/drawing/2014/main" id="{58EB8CFC-9659-E0AF-EBF6-673A0C465953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3245854" y="4620459"/>
                    <a:ext cx="218520" cy="216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A2C257B1-28FC-D8B8-E72B-BA48F1D08725}"/>
                  </a:ext>
                </a:extLst>
              </p14:cNvPr>
              <p14:cNvContentPartPr/>
              <p14:nvPr/>
            </p14:nvContentPartPr>
            <p14:xfrm>
              <a:off x="341734" y="778899"/>
              <a:ext cx="360" cy="360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A2C257B1-28FC-D8B8-E72B-BA48F1D0872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5614" y="772779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그룹 44">
            <a:extLst>
              <a:ext uri="{FF2B5EF4-FFF2-40B4-BE49-F238E27FC236}">
                <a16:creationId xmlns:a16="http://schemas.microsoft.com/office/drawing/2014/main" id="{B91F254C-3294-ECEA-0C31-655A0B457D5A}"/>
              </a:ext>
            </a:extLst>
          </p:cNvPr>
          <p:cNvGrpSpPr/>
          <p:nvPr/>
        </p:nvGrpSpPr>
        <p:grpSpPr>
          <a:xfrm>
            <a:off x="1498484" y="2693504"/>
            <a:ext cx="2743534" cy="3280242"/>
            <a:chOff x="1323555" y="2359549"/>
            <a:chExt cx="2743534" cy="3280242"/>
          </a:xfrm>
        </p:grpSpPr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E7AA6533-B27B-E3DA-8B6F-546760656E7C}"/>
                </a:ext>
              </a:extLst>
            </p:cNvPr>
            <p:cNvCxnSpPr/>
            <p:nvPr/>
          </p:nvCxnSpPr>
          <p:spPr>
            <a:xfrm>
              <a:off x="2055413" y="2359549"/>
              <a:ext cx="0" cy="151472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65E8EDBD-8A1A-AFDA-66DF-EDFB35C45947}"/>
                </a:ext>
              </a:extLst>
            </p:cNvPr>
            <p:cNvCxnSpPr/>
            <p:nvPr/>
          </p:nvCxnSpPr>
          <p:spPr>
            <a:xfrm>
              <a:off x="4067089" y="2359549"/>
              <a:ext cx="0" cy="151472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86E73BA9-C028-22EC-EDDC-D22CCBFC859E}"/>
                </a:ext>
              </a:extLst>
            </p:cNvPr>
            <p:cNvCxnSpPr/>
            <p:nvPr/>
          </p:nvCxnSpPr>
          <p:spPr>
            <a:xfrm>
              <a:off x="3355114" y="4125067"/>
              <a:ext cx="0" cy="151472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97D1ABB4-6AA7-73FD-C9B2-BCEFEB47D4A0}"/>
                </a:ext>
              </a:extLst>
            </p:cNvPr>
            <p:cNvCxnSpPr/>
            <p:nvPr/>
          </p:nvCxnSpPr>
          <p:spPr>
            <a:xfrm>
              <a:off x="1323555" y="4087017"/>
              <a:ext cx="0" cy="151472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7652DEA-4501-789E-25BA-908B5017B375}"/>
              </a:ext>
            </a:extLst>
          </p:cNvPr>
          <p:cNvGrpSpPr/>
          <p:nvPr/>
        </p:nvGrpSpPr>
        <p:grpSpPr>
          <a:xfrm>
            <a:off x="6828847" y="2858495"/>
            <a:ext cx="3490621" cy="2934032"/>
            <a:chOff x="974034" y="2524540"/>
            <a:chExt cx="3490621" cy="2934032"/>
          </a:xfrm>
        </p:grpSpPr>
        <p:sp>
          <p:nvSpPr>
            <p:cNvPr id="58" name="원통형 57">
              <a:extLst>
                <a:ext uri="{FF2B5EF4-FFF2-40B4-BE49-F238E27FC236}">
                  <a16:creationId xmlns:a16="http://schemas.microsoft.com/office/drawing/2014/main" id="{6D03341F-81F5-6AFB-F9C5-3ADDB5D0D243}"/>
                </a:ext>
              </a:extLst>
            </p:cNvPr>
            <p:cNvSpPr/>
            <p:nvPr/>
          </p:nvSpPr>
          <p:spPr>
            <a:xfrm rot="5400000">
              <a:off x="739471" y="4508390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원통형 58">
              <a:extLst>
                <a:ext uri="{FF2B5EF4-FFF2-40B4-BE49-F238E27FC236}">
                  <a16:creationId xmlns:a16="http://schemas.microsoft.com/office/drawing/2014/main" id="{6CB7E20E-012C-CFD8-1412-041E0FBDE59A}"/>
                </a:ext>
              </a:extLst>
            </p:cNvPr>
            <p:cNvSpPr/>
            <p:nvPr/>
          </p:nvSpPr>
          <p:spPr>
            <a:xfrm rot="5400000">
              <a:off x="2798858" y="4508391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원통형 59">
              <a:extLst>
                <a:ext uri="{FF2B5EF4-FFF2-40B4-BE49-F238E27FC236}">
                  <a16:creationId xmlns:a16="http://schemas.microsoft.com/office/drawing/2014/main" id="{85F061AE-A441-14ED-1133-A9E7F74124A5}"/>
                </a:ext>
              </a:extLst>
            </p:cNvPr>
            <p:cNvSpPr/>
            <p:nvPr/>
          </p:nvSpPr>
          <p:spPr>
            <a:xfrm rot="5400000">
              <a:off x="3514475" y="2759103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원통형 60">
              <a:extLst>
                <a:ext uri="{FF2B5EF4-FFF2-40B4-BE49-F238E27FC236}">
                  <a16:creationId xmlns:a16="http://schemas.microsoft.com/office/drawing/2014/main" id="{EEC0489B-0078-76CD-58FE-455BF43B16E6}"/>
                </a:ext>
              </a:extLst>
            </p:cNvPr>
            <p:cNvSpPr/>
            <p:nvPr/>
          </p:nvSpPr>
          <p:spPr>
            <a:xfrm rot="5400000">
              <a:off x="1455089" y="2759103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45CF0BB1-EFBF-FCDA-D031-CEAFB069B5FF}"/>
              </a:ext>
            </a:extLst>
          </p:cNvPr>
          <p:cNvCxnSpPr>
            <a:cxnSpLocks/>
          </p:cNvCxnSpPr>
          <p:nvPr/>
        </p:nvCxnSpPr>
        <p:spPr>
          <a:xfrm flipV="1">
            <a:off x="7130997" y="4339425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DE239ED7-F1D7-71FB-4F28-5E097B5BD575}"/>
              </a:ext>
            </a:extLst>
          </p:cNvPr>
          <p:cNvCxnSpPr>
            <a:cxnSpLocks/>
          </p:cNvCxnSpPr>
          <p:nvPr/>
        </p:nvCxnSpPr>
        <p:spPr>
          <a:xfrm flipV="1">
            <a:off x="9214238" y="4339425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F21939A-4111-C6B2-437F-5FC13325D59B}"/>
              </a:ext>
            </a:extLst>
          </p:cNvPr>
          <p:cNvCxnSpPr>
            <a:cxnSpLocks/>
          </p:cNvCxnSpPr>
          <p:nvPr/>
        </p:nvCxnSpPr>
        <p:spPr>
          <a:xfrm flipV="1">
            <a:off x="9898050" y="2610016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C6A13F2D-BF8F-D70F-243F-F183A60B8BB2}"/>
              </a:ext>
            </a:extLst>
          </p:cNvPr>
          <p:cNvCxnSpPr>
            <a:cxnSpLocks/>
          </p:cNvCxnSpPr>
          <p:nvPr/>
        </p:nvCxnSpPr>
        <p:spPr>
          <a:xfrm flipV="1">
            <a:off x="7814808" y="2610016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내용 개체 틀 2">
            <a:extLst>
              <a:ext uri="{FF2B5EF4-FFF2-40B4-BE49-F238E27FC236}">
                <a16:creationId xmlns:a16="http://schemas.microsoft.com/office/drawing/2014/main" id="{4641ADEB-2082-30FD-18A6-5E6C84488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7</a:t>
            </a:r>
            <a:r>
              <a:rPr lang="ko-KR" altLang="en-US" dirty="0"/>
              <a:t>월 </a:t>
            </a:r>
            <a:r>
              <a:rPr lang="en-US" altLang="ko-KR" dirty="0"/>
              <a:t>3</a:t>
            </a:r>
            <a:r>
              <a:rPr lang="ko-KR" altLang="en-US" dirty="0"/>
              <a:t>일</a:t>
            </a:r>
            <a:r>
              <a:rPr lang="en-US" altLang="ko-KR" dirty="0"/>
              <a:t>(</a:t>
            </a:r>
            <a:r>
              <a:rPr lang="ko-KR" altLang="en-US" dirty="0"/>
              <a:t>금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67570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ACC30-D6C1-C6B6-B0DB-21205318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진행내용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34DA711-5AFE-FEDA-F584-87E9F415DC7F}"/>
              </a:ext>
            </a:extLst>
          </p:cNvPr>
          <p:cNvSpPr/>
          <p:nvPr/>
        </p:nvSpPr>
        <p:spPr>
          <a:xfrm>
            <a:off x="1789043" y="3267986"/>
            <a:ext cx="2210462" cy="22104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870D542-24DC-21A2-DB9A-A95FD07C3635}"/>
              </a:ext>
            </a:extLst>
          </p:cNvPr>
          <p:cNvCxnSpPr>
            <a:cxnSpLocks/>
          </p:cNvCxnSpPr>
          <p:nvPr/>
        </p:nvCxnSpPr>
        <p:spPr>
          <a:xfrm flipV="1">
            <a:off x="2884998" y="2655735"/>
            <a:ext cx="0" cy="17124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9FF2574-4604-DF3A-F6DD-156162B4B4A0}"/>
              </a:ext>
            </a:extLst>
          </p:cNvPr>
          <p:cNvCxnSpPr>
            <a:cxnSpLocks/>
          </p:cNvCxnSpPr>
          <p:nvPr/>
        </p:nvCxnSpPr>
        <p:spPr>
          <a:xfrm flipH="1" flipV="1">
            <a:off x="2005053" y="2919454"/>
            <a:ext cx="889221" cy="1448753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1CCFAE1-0483-88DE-95F3-4B2A1B33DC02}"/>
              </a:ext>
            </a:extLst>
          </p:cNvPr>
          <p:cNvCxnSpPr/>
          <p:nvPr/>
        </p:nvCxnSpPr>
        <p:spPr>
          <a:xfrm flipV="1">
            <a:off x="2337683" y="2919454"/>
            <a:ext cx="397565" cy="13384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1DF13A-901B-2F2D-9D07-052A1A29747E}"/>
                  </a:ext>
                </a:extLst>
              </p:cNvPr>
              <p:cNvSpPr txBox="1"/>
              <p:nvPr/>
            </p:nvSpPr>
            <p:spPr>
              <a:xfrm>
                <a:off x="2172487" y="2408137"/>
                <a:ext cx="569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sty m:val="p"/>
                      </m:rPr>
                      <a:rPr lang="el-GR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dirty="0"/>
                  <a:t>t</a:t>
                </a:r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1DF13A-901B-2F2D-9D07-052A1A297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487" y="2408137"/>
                <a:ext cx="569387" cy="369332"/>
              </a:xfrm>
              <a:prstGeom prst="rect">
                <a:avLst/>
              </a:prstGeom>
              <a:blipFill>
                <a:blip r:embed="rId2"/>
                <a:stretch>
                  <a:fillRect t="-8197" r="-744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E3BBB2B5-61B4-6078-5740-783363B0E533}"/>
              </a:ext>
            </a:extLst>
          </p:cNvPr>
          <p:cNvGrpSpPr/>
          <p:nvPr/>
        </p:nvGrpSpPr>
        <p:grpSpPr>
          <a:xfrm>
            <a:off x="6725479" y="2602064"/>
            <a:ext cx="3490621" cy="2934032"/>
            <a:chOff x="974034" y="2524540"/>
            <a:chExt cx="3490621" cy="2934032"/>
          </a:xfrm>
        </p:grpSpPr>
        <p:sp>
          <p:nvSpPr>
            <p:cNvPr id="13" name="원통형 12">
              <a:extLst>
                <a:ext uri="{FF2B5EF4-FFF2-40B4-BE49-F238E27FC236}">
                  <a16:creationId xmlns:a16="http://schemas.microsoft.com/office/drawing/2014/main" id="{8D3D43F0-318B-66ED-BD6F-A67142D0830F}"/>
                </a:ext>
              </a:extLst>
            </p:cNvPr>
            <p:cNvSpPr/>
            <p:nvPr/>
          </p:nvSpPr>
          <p:spPr>
            <a:xfrm rot="5400000">
              <a:off x="739471" y="4508390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원통형 13">
              <a:extLst>
                <a:ext uri="{FF2B5EF4-FFF2-40B4-BE49-F238E27FC236}">
                  <a16:creationId xmlns:a16="http://schemas.microsoft.com/office/drawing/2014/main" id="{70B0C468-8BC1-B93F-353B-32EBAC248060}"/>
                </a:ext>
              </a:extLst>
            </p:cNvPr>
            <p:cNvSpPr/>
            <p:nvPr/>
          </p:nvSpPr>
          <p:spPr>
            <a:xfrm rot="5400000">
              <a:off x="2798858" y="4508391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원통형 14">
              <a:extLst>
                <a:ext uri="{FF2B5EF4-FFF2-40B4-BE49-F238E27FC236}">
                  <a16:creationId xmlns:a16="http://schemas.microsoft.com/office/drawing/2014/main" id="{0FEEAE61-62AA-B742-D935-5A11A8FDC00C}"/>
                </a:ext>
              </a:extLst>
            </p:cNvPr>
            <p:cNvSpPr/>
            <p:nvPr/>
          </p:nvSpPr>
          <p:spPr>
            <a:xfrm rot="5400000">
              <a:off x="3514475" y="2759103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원통형 15">
              <a:extLst>
                <a:ext uri="{FF2B5EF4-FFF2-40B4-BE49-F238E27FC236}">
                  <a16:creationId xmlns:a16="http://schemas.microsoft.com/office/drawing/2014/main" id="{4E1ACEB6-B69B-426F-5E12-03EF81EDF012}"/>
                </a:ext>
              </a:extLst>
            </p:cNvPr>
            <p:cNvSpPr/>
            <p:nvPr/>
          </p:nvSpPr>
          <p:spPr>
            <a:xfrm rot="5400000">
              <a:off x="1455089" y="2759103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E228E44-148B-0406-ADE8-5FEE8AD92C71}"/>
              </a:ext>
            </a:extLst>
          </p:cNvPr>
          <p:cNvCxnSpPr>
            <a:cxnSpLocks/>
          </p:cNvCxnSpPr>
          <p:nvPr/>
        </p:nvCxnSpPr>
        <p:spPr>
          <a:xfrm flipV="1">
            <a:off x="7019678" y="4069080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A305E23-3CCD-1398-7512-F5ACB2E90EEE}"/>
              </a:ext>
            </a:extLst>
          </p:cNvPr>
          <p:cNvCxnSpPr>
            <a:cxnSpLocks/>
          </p:cNvCxnSpPr>
          <p:nvPr/>
        </p:nvCxnSpPr>
        <p:spPr>
          <a:xfrm flipV="1">
            <a:off x="9786731" y="2339671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106B03B-2F19-B4FF-95C0-02D3EBBCCE18}"/>
              </a:ext>
            </a:extLst>
          </p:cNvPr>
          <p:cNvCxnSpPr>
            <a:cxnSpLocks/>
          </p:cNvCxnSpPr>
          <p:nvPr/>
        </p:nvCxnSpPr>
        <p:spPr>
          <a:xfrm flipV="1">
            <a:off x="7703489" y="2339671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46DD76E-694D-1F4F-5327-FA97EC331990}"/>
              </a:ext>
            </a:extLst>
          </p:cNvPr>
          <p:cNvGrpSpPr/>
          <p:nvPr/>
        </p:nvGrpSpPr>
        <p:grpSpPr>
          <a:xfrm>
            <a:off x="7019678" y="3194435"/>
            <a:ext cx="2775004" cy="1763203"/>
            <a:chOff x="1331843" y="3116911"/>
            <a:chExt cx="2775004" cy="1763203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FA097F33-51F3-B365-842B-8FAD741F49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1843" y="3116911"/>
              <a:ext cx="715618" cy="174928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664C1B0-79A1-6F73-3D68-6A6D6B85DF7D}"/>
                </a:ext>
              </a:extLst>
            </p:cNvPr>
            <p:cNvCxnSpPr>
              <a:cxnSpLocks/>
            </p:cNvCxnSpPr>
            <p:nvPr/>
          </p:nvCxnSpPr>
          <p:spPr>
            <a:xfrm>
              <a:off x="2047461" y="3116911"/>
              <a:ext cx="2059386" cy="0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175B0004-1ECF-79BC-14DE-1DA04255D7AF}"/>
                </a:ext>
              </a:extLst>
            </p:cNvPr>
            <p:cNvCxnSpPr>
              <a:cxnSpLocks/>
            </p:cNvCxnSpPr>
            <p:nvPr/>
          </p:nvCxnSpPr>
          <p:spPr>
            <a:xfrm>
              <a:off x="1331843" y="4866198"/>
              <a:ext cx="2059386" cy="0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126CC3C4-AE1E-73B2-5985-DB69DAC8F2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7495" y="3130827"/>
              <a:ext cx="715618" cy="1749287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F9CE5EF-C284-4629-89CB-6D59785046BF}"/>
              </a:ext>
            </a:extLst>
          </p:cNvPr>
          <p:cNvCxnSpPr>
            <a:cxnSpLocks/>
          </p:cNvCxnSpPr>
          <p:nvPr/>
        </p:nvCxnSpPr>
        <p:spPr>
          <a:xfrm flipV="1">
            <a:off x="9102919" y="4069080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27DD16B-2B59-18EF-5A44-F3F4E6BA02A7}"/>
              </a:ext>
            </a:extLst>
          </p:cNvPr>
          <p:cNvCxnSpPr>
            <a:cxnSpLocks/>
          </p:cNvCxnSpPr>
          <p:nvPr/>
        </p:nvCxnSpPr>
        <p:spPr>
          <a:xfrm flipV="1">
            <a:off x="8411155" y="3126850"/>
            <a:ext cx="0" cy="875597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58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75075-0014-D814-D251-E4A230DD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진행내용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AF59B2-FD5F-E649-0634-26153F4E2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32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물리엔진을 모델링해서 시뮬레이션 하려고 하지 말고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trike="sngStrike" dirty="0"/>
              <a:t>바퀴에 어떤 힘이 작용될지 생각해서 그 힘을 직접 주고 모델링</a:t>
            </a:r>
            <a:endParaRPr lang="en-US" altLang="ko-KR" strike="sngStrike" dirty="0"/>
          </a:p>
          <a:p>
            <a:pPr marL="0" indent="0">
              <a:buNone/>
            </a:pPr>
            <a:r>
              <a:rPr lang="ko-KR" altLang="en-US" dirty="0"/>
              <a:t>바퀴 사이의 </a:t>
            </a:r>
            <a:r>
              <a:rPr lang="en-US" altLang="ko-KR" dirty="0"/>
              <a:t>joint</a:t>
            </a:r>
            <a:r>
              <a:rPr lang="ko-KR" altLang="en-US" dirty="0"/>
              <a:t>가 맞는듯</a:t>
            </a:r>
            <a:r>
              <a:rPr lang="en-US" altLang="ko-KR" dirty="0"/>
              <a:t>..?</a:t>
            </a:r>
          </a:p>
        </p:txBody>
      </p:sp>
      <p:sp>
        <p:nvSpPr>
          <p:cNvPr id="5" name="원통형 4">
            <a:extLst>
              <a:ext uri="{FF2B5EF4-FFF2-40B4-BE49-F238E27FC236}">
                <a16:creationId xmlns:a16="http://schemas.microsoft.com/office/drawing/2014/main" id="{AF04A867-3FCF-2520-C2F5-D546F8C1A55B}"/>
              </a:ext>
            </a:extLst>
          </p:cNvPr>
          <p:cNvSpPr/>
          <p:nvPr/>
        </p:nvSpPr>
        <p:spPr>
          <a:xfrm rot="5400000">
            <a:off x="786516" y="4071360"/>
            <a:ext cx="1184744" cy="715617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원통형 5">
            <a:extLst>
              <a:ext uri="{FF2B5EF4-FFF2-40B4-BE49-F238E27FC236}">
                <a16:creationId xmlns:a16="http://schemas.microsoft.com/office/drawing/2014/main" id="{D12CC9DE-92C6-03CE-5198-58E12A2401BA}"/>
              </a:ext>
            </a:extLst>
          </p:cNvPr>
          <p:cNvSpPr/>
          <p:nvPr/>
        </p:nvSpPr>
        <p:spPr>
          <a:xfrm rot="5400000">
            <a:off x="2893612" y="4071360"/>
            <a:ext cx="1184744" cy="715617"/>
          </a:xfrm>
          <a:prstGeom prst="ca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226308C-E88F-A446-E047-A24531BB2C01}"/>
              </a:ext>
            </a:extLst>
          </p:cNvPr>
          <p:cNvCxnSpPr>
            <a:cxnSpLocks/>
          </p:cNvCxnSpPr>
          <p:nvPr/>
        </p:nvCxnSpPr>
        <p:spPr>
          <a:xfrm>
            <a:off x="1310642" y="4429168"/>
            <a:ext cx="2059386" cy="0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883855F-A810-A82A-1DD3-CF3743F8EBFE}"/>
              </a:ext>
            </a:extLst>
          </p:cNvPr>
          <p:cNvGrpSpPr/>
          <p:nvPr/>
        </p:nvGrpSpPr>
        <p:grpSpPr>
          <a:xfrm>
            <a:off x="6288158" y="3219865"/>
            <a:ext cx="3490621" cy="2934032"/>
            <a:chOff x="974034" y="2524540"/>
            <a:chExt cx="3490621" cy="2934032"/>
          </a:xfrm>
        </p:grpSpPr>
        <p:sp>
          <p:nvSpPr>
            <p:cNvPr id="13" name="원통형 12">
              <a:extLst>
                <a:ext uri="{FF2B5EF4-FFF2-40B4-BE49-F238E27FC236}">
                  <a16:creationId xmlns:a16="http://schemas.microsoft.com/office/drawing/2014/main" id="{C3AABAB4-E6FA-35B0-7308-1051E1535432}"/>
                </a:ext>
              </a:extLst>
            </p:cNvPr>
            <p:cNvSpPr/>
            <p:nvPr/>
          </p:nvSpPr>
          <p:spPr>
            <a:xfrm rot="5400000">
              <a:off x="739471" y="4508390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원통형 13">
              <a:extLst>
                <a:ext uri="{FF2B5EF4-FFF2-40B4-BE49-F238E27FC236}">
                  <a16:creationId xmlns:a16="http://schemas.microsoft.com/office/drawing/2014/main" id="{528DDDAB-D9E8-7B53-1EA8-9F482360874E}"/>
                </a:ext>
              </a:extLst>
            </p:cNvPr>
            <p:cNvSpPr/>
            <p:nvPr/>
          </p:nvSpPr>
          <p:spPr>
            <a:xfrm rot="5400000">
              <a:off x="2798858" y="4508391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원통형 14">
              <a:extLst>
                <a:ext uri="{FF2B5EF4-FFF2-40B4-BE49-F238E27FC236}">
                  <a16:creationId xmlns:a16="http://schemas.microsoft.com/office/drawing/2014/main" id="{2B901283-B3CA-196C-2893-EB1E1BAAFF4A}"/>
                </a:ext>
              </a:extLst>
            </p:cNvPr>
            <p:cNvSpPr/>
            <p:nvPr/>
          </p:nvSpPr>
          <p:spPr>
            <a:xfrm rot="5400000">
              <a:off x="3514475" y="2759103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원통형 15">
              <a:extLst>
                <a:ext uri="{FF2B5EF4-FFF2-40B4-BE49-F238E27FC236}">
                  <a16:creationId xmlns:a16="http://schemas.microsoft.com/office/drawing/2014/main" id="{6099D692-5473-42FA-580D-2289AB10FF36}"/>
                </a:ext>
              </a:extLst>
            </p:cNvPr>
            <p:cNvSpPr/>
            <p:nvPr/>
          </p:nvSpPr>
          <p:spPr>
            <a:xfrm rot="5400000">
              <a:off x="1455089" y="2759103"/>
              <a:ext cx="1184744" cy="715617"/>
            </a:xfrm>
            <a:prstGeom prst="can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A34B111-BDAC-7912-ED82-7B4A68AAEC05}"/>
              </a:ext>
            </a:extLst>
          </p:cNvPr>
          <p:cNvCxnSpPr>
            <a:cxnSpLocks/>
          </p:cNvCxnSpPr>
          <p:nvPr/>
        </p:nvCxnSpPr>
        <p:spPr>
          <a:xfrm flipV="1">
            <a:off x="6590308" y="4700795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BEB70C7-2C97-9A67-7601-91294F7868BF}"/>
              </a:ext>
            </a:extLst>
          </p:cNvPr>
          <p:cNvCxnSpPr>
            <a:cxnSpLocks/>
          </p:cNvCxnSpPr>
          <p:nvPr/>
        </p:nvCxnSpPr>
        <p:spPr>
          <a:xfrm flipV="1">
            <a:off x="8673549" y="4700795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FCBCD9E-4055-B000-B5CD-732C72AA462F}"/>
              </a:ext>
            </a:extLst>
          </p:cNvPr>
          <p:cNvCxnSpPr>
            <a:cxnSpLocks/>
          </p:cNvCxnSpPr>
          <p:nvPr/>
        </p:nvCxnSpPr>
        <p:spPr>
          <a:xfrm flipV="1">
            <a:off x="9357361" y="2971386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60A6AFB-BE0B-1FE3-C66C-1A70B0C96CC6}"/>
              </a:ext>
            </a:extLst>
          </p:cNvPr>
          <p:cNvCxnSpPr>
            <a:cxnSpLocks/>
          </p:cNvCxnSpPr>
          <p:nvPr/>
        </p:nvCxnSpPr>
        <p:spPr>
          <a:xfrm flipV="1">
            <a:off x="7274119" y="2971386"/>
            <a:ext cx="0" cy="8755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66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EC9E1-9A1F-F1CD-6BDC-4922CAF4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DF8AB-4022-85B4-51E2-2218A2A6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 진행내용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3B4DC76-4250-70DC-49A1-C2041D4EF925}"/>
              </a:ext>
            </a:extLst>
          </p:cNvPr>
          <p:cNvSpPr/>
          <p:nvPr/>
        </p:nvSpPr>
        <p:spPr>
          <a:xfrm>
            <a:off x="1789043" y="3267986"/>
            <a:ext cx="2210462" cy="221046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58DB8D9-05CC-67A9-0FBD-AD186D3F548A}"/>
              </a:ext>
            </a:extLst>
          </p:cNvPr>
          <p:cNvCxnSpPr>
            <a:cxnSpLocks/>
          </p:cNvCxnSpPr>
          <p:nvPr/>
        </p:nvCxnSpPr>
        <p:spPr>
          <a:xfrm flipV="1">
            <a:off x="2884998" y="2655735"/>
            <a:ext cx="0" cy="17124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0569A08-6228-9942-EE17-1E1B15F4F123}"/>
              </a:ext>
            </a:extLst>
          </p:cNvPr>
          <p:cNvCxnSpPr>
            <a:cxnSpLocks/>
          </p:cNvCxnSpPr>
          <p:nvPr/>
        </p:nvCxnSpPr>
        <p:spPr>
          <a:xfrm flipH="1" flipV="1">
            <a:off x="2005053" y="2919454"/>
            <a:ext cx="889221" cy="1448753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DF1E9F3-F70B-8BB6-F187-C9908FB890BF}"/>
              </a:ext>
            </a:extLst>
          </p:cNvPr>
          <p:cNvCxnSpPr/>
          <p:nvPr/>
        </p:nvCxnSpPr>
        <p:spPr>
          <a:xfrm flipV="1">
            <a:off x="2337683" y="2919454"/>
            <a:ext cx="397565" cy="13384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793380-0B1B-F13F-4728-C5BEF2EC4950}"/>
                  </a:ext>
                </a:extLst>
              </p:cNvPr>
              <p:cNvSpPr txBox="1"/>
              <p:nvPr/>
            </p:nvSpPr>
            <p:spPr>
              <a:xfrm>
                <a:off x="5911183" y="3429000"/>
                <a:ext cx="508017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m:rPr>
                        <m:sty m:val="p"/>
                      </m:rPr>
                      <a:rPr lang="el-GR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dirty="0"/>
                  <a:t>t.. </a:t>
                </a:r>
                <a:r>
                  <a:rPr lang="ko-KR" altLang="en-US" dirty="0"/>
                  <a:t>적분</a:t>
                </a:r>
                <a:r>
                  <a:rPr lang="en-US" altLang="ko-KR" dirty="0"/>
                  <a:t>?</a:t>
                </a:r>
              </a:p>
              <a:p>
                <a:r>
                  <a:rPr lang="ko-KR" altLang="en-US" dirty="0" err="1"/>
                  <a:t>할필요없이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global </a:t>
                </a:r>
                <a:r>
                  <a:rPr lang="ko-KR" altLang="en-US" dirty="0"/>
                  <a:t>좌표계에서 변한 회전성분과</a:t>
                </a:r>
                <a:endParaRPr lang="en-US" altLang="ko-KR" dirty="0"/>
              </a:p>
              <a:p>
                <a:r>
                  <a:rPr lang="ko-KR" altLang="en-US" dirty="0"/>
                  <a:t>바퀴 </a:t>
                </a:r>
                <a:r>
                  <a:rPr lang="en-US" altLang="ko-KR" dirty="0"/>
                  <a:t>local</a:t>
                </a:r>
                <a:r>
                  <a:rPr lang="ko-KR" altLang="en-US" dirty="0"/>
                  <a:t> 좌표계에서 변한 회전 성분의 차</a:t>
                </a:r>
                <a:endParaRPr lang="en-US" altLang="ko-KR" dirty="0"/>
              </a:p>
              <a:p>
                <a:r>
                  <a:rPr lang="ko-KR" altLang="en-US" dirty="0" err="1"/>
                  <a:t>를</a:t>
                </a:r>
                <a:r>
                  <a:rPr lang="ko-KR" altLang="en-US" dirty="0"/>
                  <a:t> 해주면 되지 않을까</a:t>
                </a:r>
                <a:r>
                  <a:rPr lang="en-US" altLang="ko-KR" dirty="0"/>
                  <a:t>?</a:t>
                </a:r>
                <a:endParaRPr lang="ko-KR" alt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793380-0B1B-F13F-4728-C5BEF2EC4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83" y="3429000"/>
                <a:ext cx="5080173" cy="1200329"/>
              </a:xfrm>
              <a:prstGeom prst="rect">
                <a:avLst/>
              </a:prstGeom>
              <a:blipFill>
                <a:blip r:embed="rId2"/>
                <a:stretch>
                  <a:fillRect l="-1080" t="-3061" r="-360"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C4734364-EE3D-0AC4-B6F2-A739E42AEC66}"/>
                  </a:ext>
                </a:extLst>
              </p14:cNvPr>
              <p14:cNvContentPartPr/>
              <p14:nvPr/>
            </p14:nvContentPartPr>
            <p14:xfrm>
              <a:off x="4753174" y="5175219"/>
              <a:ext cx="1918440" cy="102708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C4734364-EE3D-0AC4-B6F2-A739E42AEC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47054" y="5169099"/>
                <a:ext cx="1930680" cy="10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4B2F9A38-9CE1-2DD6-132F-E1A27A87A844}"/>
                  </a:ext>
                </a:extLst>
              </p14:cNvPr>
              <p14:cNvContentPartPr/>
              <p14:nvPr/>
            </p14:nvContentPartPr>
            <p14:xfrm>
              <a:off x="4085374" y="5675979"/>
              <a:ext cx="702360" cy="59868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4B2F9A38-9CE1-2DD6-132F-E1A27A87A84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79254" y="5669859"/>
                <a:ext cx="714600" cy="6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3402FC2E-8845-AECD-11BB-5CF2CBC0300E}"/>
                  </a:ext>
                </a:extLst>
              </p14:cNvPr>
              <p14:cNvContentPartPr/>
              <p14:nvPr/>
            </p14:nvContentPartPr>
            <p14:xfrm>
              <a:off x="6631294" y="5533059"/>
              <a:ext cx="700920" cy="64728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3402FC2E-8845-AECD-11BB-5CF2CBC030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25174" y="5526939"/>
                <a:ext cx="713160" cy="65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그룹 34">
            <a:extLst>
              <a:ext uri="{FF2B5EF4-FFF2-40B4-BE49-F238E27FC236}">
                <a16:creationId xmlns:a16="http://schemas.microsoft.com/office/drawing/2014/main" id="{C7C5A7EE-E588-9047-22EA-4D6B9DEAA9C9}"/>
              </a:ext>
            </a:extLst>
          </p:cNvPr>
          <p:cNvGrpSpPr/>
          <p:nvPr/>
        </p:nvGrpSpPr>
        <p:grpSpPr>
          <a:xfrm>
            <a:off x="3788374" y="5708739"/>
            <a:ext cx="608760" cy="373320"/>
            <a:chOff x="3788374" y="5708739"/>
            <a:chExt cx="60876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6940F5EC-C21F-B92D-6BF7-CC848124A3FA}"/>
                    </a:ext>
                  </a:extLst>
                </p14:cNvPr>
                <p14:cNvContentPartPr/>
                <p14:nvPr/>
              </p14:nvContentPartPr>
              <p14:xfrm>
                <a:off x="3799894" y="5891619"/>
                <a:ext cx="597240" cy="4896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6940F5EC-C21F-B92D-6BF7-CC848124A3F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93774" y="5885499"/>
                  <a:ext cx="609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2E5F0EA0-D855-07C0-61C8-F08705302507}"/>
                    </a:ext>
                  </a:extLst>
                </p14:cNvPr>
                <p14:cNvContentPartPr/>
                <p14:nvPr/>
              </p14:nvContentPartPr>
              <p14:xfrm>
                <a:off x="3788374" y="5708739"/>
                <a:ext cx="163440" cy="37332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2E5F0EA0-D855-07C0-61C8-F0870530250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82254" y="5702619"/>
                  <a:ext cx="175680" cy="38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FA50606-2680-7720-59B6-F9E26A037B2A}"/>
              </a:ext>
            </a:extLst>
          </p:cNvPr>
          <p:cNvGrpSpPr/>
          <p:nvPr/>
        </p:nvGrpSpPr>
        <p:grpSpPr>
          <a:xfrm>
            <a:off x="6997054" y="5724579"/>
            <a:ext cx="693000" cy="307440"/>
            <a:chOff x="6997054" y="5724579"/>
            <a:chExt cx="693000" cy="30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EDD07150-B076-04EA-CEC0-E99B98586C6C}"/>
                    </a:ext>
                  </a:extLst>
                </p14:cNvPr>
                <p14:cNvContentPartPr/>
                <p14:nvPr/>
              </p14:nvContentPartPr>
              <p14:xfrm>
                <a:off x="6997054" y="5836179"/>
                <a:ext cx="638640" cy="4500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EDD07150-B076-04EA-CEC0-E99B98586C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90934" y="5830059"/>
                  <a:ext cx="650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0FD2CBC2-8A8F-4604-2B5E-46FC3F1A7FA0}"/>
                    </a:ext>
                  </a:extLst>
                </p14:cNvPr>
                <p14:cNvContentPartPr/>
                <p14:nvPr/>
              </p14:nvContentPartPr>
              <p14:xfrm>
                <a:off x="7537414" y="5724579"/>
                <a:ext cx="152640" cy="30744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0FD2CBC2-8A8F-4604-2B5E-46FC3F1A7F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531294" y="5718459"/>
                  <a:ext cx="164880" cy="31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A9EE121-5C8C-9D0D-DD34-24CDC10AD873}"/>
              </a:ext>
            </a:extLst>
          </p:cNvPr>
          <p:cNvGrpSpPr/>
          <p:nvPr/>
        </p:nvGrpSpPr>
        <p:grpSpPr>
          <a:xfrm>
            <a:off x="4182214" y="5287539"/>
            <a:ext cx="361080" cy="326160"/>
            <a:chOff x="4182214" y="5287539"/>
            <a:chExt cx="36108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FD85D39B-5CA5-42B2-77AE-CB1F308076BB}"/>
                    </a:ext>
                  </a:extLst>
                </p14:cNvPr>
                <p14:cNvContentPartPr/>
                <p14:nvPr/>
              </p14:nvContentPartPr>
              <p14:xfrm>
                <a:off x="4182214" y="5446299"/>
                <a:ext cx="245880" cy="16740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FD85D39B-5CA5-42B2-77AE-CB1F308076B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76094" y="5440179"/>
                  <a:ext cx="258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602831A6-311E-26CF-C13C-02007DBD5DC2}"/>
                    </a:ext>
                  </a:extLst>
                </p14:cNvPr>
                <p14:cNvContentPartPr/>
                <p14:nvPr/>
              </p14:nvContentPartPr>
              <p14:xfrm>
                <a:off x="4357174" y="5287539"/>
                <a:ext cx="186120" cy="23400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602831A6-311E-26CF-C13C-02007DBD5DC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51054" y="5281419"/>
                  <a:ext cx="198360" cy="24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584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B6022-9093-D459-55B6-09243E357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4267D-6A4C-90DC-A20E-12A2E1694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주차별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588D8F-9406-9753-90F4-42DF5BD2D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3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ko-KR" dirty="0" err="1"/>
              <a:t>Directx</a:t>
            </a:r>
            <a:r>
              <a:rPr lang="en-US" altLang="ko-KR" dirty="0"/>
              <a:t> Mini Engine</a:t>
            </a:r>
            <a:r>
              <a:rPr lang="ko-KR" altLang="en-US" dirty="0"/>
              <a:t>에 대한 이해 및 실행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en-US" altLang="ko-KR" dirty="0"/>
              <a:t>PhysX </a:t>
            </a:r>
            <a:r>
              <a:rPr lang="ko-KR" altLang="en-US" dirty="0"/>
              <a:t>공부</a:t>
            </a:r>
            <a:r>
              <a:rPr lang="en-US" altLang="ko-KR" dirty="0"/>
              <a:t>,</a:t>
            </a:r>
            <a:r>
              <a:rPr lang="ko-KR" altLang="en-US" dirty="0"/>
              <a:t> 이해 및 실행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바퀴와 강체 구현 및 기본적인 물리 테스트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자동차처럼 움직이기 위한 바퀴 사이의 제약 조건 찾기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</a:t>
            </a:r>
            <a:r>
              <a:rPr lang="ko-KR" altLang="en-US" dirty="0"/>
              <a:t>주차</a:t>
            </a:r>
            <a:r>
              <a:rPr lang="en-US" altLang="ko-KR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자동차처럼 움직이기 위한 바퀴 사이의 제약 조건 찾기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바퀴에 서스펜션</a:t>
            </a:r>
            <a:r>
              <a:rPr lang="en-US" altLang="ko-KR" dirty="0"/>
              <a:t>, </a:t>
            </a:r>
            <a:r>
              <a:rPr lang="ko-KR" altLang="en-US" dirty="0" err="1"/>
              <a:t>덤퍼를</a:t>
            </a:r>
            <a:r>
              <a:rPr lang="ko-KR" altLang="en-US" dirty="0"/>
              <a:t> 추가하여 더욱 사실적인 서스펜션을 적용한 바퀴의 움직임 만들기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핸들을 돌림</a:t>
            </a:r>
            <a:r>
              <a:rPr lang="en-US" altLang="ko-KR" dirty="0"/>
              <a:t>(A</a:t>
            </a:r>
            <a:r>
              <a:rPr lang="ko-KR" altLang="en-US" dirty="0"/>
              <a:t>키</a:t>
            </a:r>
            <a:r>
              <a:rPr lang="en-US" altLang="ko-KR" dirty="0"/>
              <a:t>, D</a:t>
            </a:r>
            <a:r>
              <a:rPr lang="ko-KR" altLang="en-US" dirty="0"/>
              <a:t>키</a:t>
            </a:r>
            <a:r>
              <a:rPr lang="en-US" altLang="ko-KR" dirty="0"/>
              <a:t>)</a:t>
            </a:r>
            <a:r>
              <a:rPr lang="ko-KR" altLang="en-US" dirty="0"/>
              <a:t>에 따라 바퀴에 어떤 움직임이 나타나는지 구현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 err="1"/>
              <a:t>액셀</a:t>
            </a:r>
            <a:r>
              <a:rPr lang="en-US" altLang="ko-KR" dirty="0"/>
              <a:t>, </a:t>
            </a:r>
            <a:r>
              <a:rPr lang="ko-KR" altLang="en-US" dirty="0"/>
              <a:t>브레이크</a:t>
            </a:r>
            <a:r>
              <a:rPr lang="en-US" altLang="ko-KR" dirty="0"/>
              <a:t>(W</a:t>
            </a:r>
            <a:r>
              <a:rPr lang="ko-KR" altLang="en-US" dirty="0"/>
              <a:t>키</a:t>
            </a:r>
            <a:r>
              <a:rPr lang="en-US" altLang="ko-KR" dirty="0"/>
              <a:t>, S</a:t>
            </a:r>
            <a:r>
              <a:rPr lang="ko-KR" altLang="en-US" dirty="0"/>
              <a:t>키</a:t>
            </a:r>
            <a:r>
              <a:rPr lang="en-US" altLang="ko-KR" dirty="0"/>
              <a:t>)</a:t>
            </a:r>
            <a:r>
              <a:rPr lang="ko-KR" altLang="en-US" dirty="0"/>
              <a:t>에 따라 바퀴에 어떤 힘이 가해지고 어떤 움직임이 나타나는지 구현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552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39C45-673C-7C9A-EA7C-760DDECE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E3A86-E3A0-C873-04B8-51024918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주차별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24348-936C-2E4F-DBCF-5C5BA9BEE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3</a:t>
            </a:r>
            <a:r>
              <a:rPr lang="ko-KR" altLang="en-US" dirty="0"/>
              <a:t>주차</a:t>
            </a:r>
            <a:r>
              <a:rPr lang="en-US" altLang="ko-KR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미끄러짐</a:t>
            </a:r>
            <a:r>
              <a:rPr lang="en-US" altLang="ko-KR" dirty="0"/>
              <a:t>, </a:t>
            </a:r>
            <a:r>
              <a:rPr lang="ko-KR" altLang="en-US" dirty="0"/>
              <a:t>드래프트 구현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더 사실적인 바퀴 움직임을 위해 어떤 것이 필요할지 고려해서 구현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</a:t>
            </a:r>
            <a:r>
              <a:rPr lang="ko-KR" altLang="en-US" dirty="0"/>
              <a:t>주차</a:t>
            </a:r>
            <a:r>
              <a:rPr lang="en-US" altLang="ko-KR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ko-KR" dirty="0" err="1"/>
              <a:t>Directx</a:t>
            </a:r>
            <a:r>
              <a:rPr lang="en-US" altLang="ko-KR" dirty="0"/>
              <a:t> Mini Engine</a:t>
            </a:r>
            <a:r>
              <a:rPr lang="ko-KR" altLang="en-US" dirty="0"/>
              <a:t> 공부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자동차의 차체를 포함하여 전체 렌더링하기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</a:t>
            </a:r>
            <a:r>
              <a:rPr lang="ko-KR" altLang="en-US" dirty="0"/>
              <a:t>주차</a:t>
            </a:r>
            <a:r>
              <a:rPr lang="en-US" altLang="ko-KR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타이어 추가하기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일반적인 표면이 아닌 다양한 표면</a:t>
            </a:r>
            <a:r>
              <a:rPr lang="en-US" altLang="ko-KR" dirty="0"/>
              <a:t>(</a:t>
            </a:r>
            <a:r>
              <a:rPr lang="ko-KR" altLang="en-US" dirty="0"/>
              <a:t>모래</a:t>
            </a:r>
            <a:r>
              <a:rPr lang="en-US" altLang="ko-KR" dirty="0"/>
              <a:t>, </a:t>
            </a:r>
            <a:r>
              <a:rPr lang="ko-KR" altLang="en-US" dirty="0"/>
              <a:t>진흙 등</a:t>
            </a:r>
            <a:r>
              <a:rPr lang="en-US" altLang="ko-KR" dirty="0"/>
              <a:t>)</a:t>
            </a:r>
            <a:r>
              <a:rPr lang="ko-KR" altLang="en-US" dirty="0"/>
              <a:t>에서의 운동 검토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19689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4CBF-5D7B-D456-B005-A57FBB180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8A291-52D8-12F7-3629-5D0B15D0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주차별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A9827-95CF-D9E2-C385-7EECDF588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9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6</a:t>
            </a:r>
            <a:r>
              <a:rPr lang="ko-KR" altLang="en-US" dirty="0"/>
              <a:t>주차</a:t>
            </a:r>
            <a:r>
              <a:rPr lang="en-US" altLang="ko-KR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금속 렌더링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7</a:t>
            </a:r>
            <a:r>
              <a:rPr lang="ko-KR" altLang="en-US" dirty="0"/>
              <a:t>주차</a:t>
            </a:r>
            <a:r>
              <a:rPr lang="en-US" altLang="ko-KR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자동차를 이용한 전투 시뮬레이션</a:t>
            </a:r>
            <a:r>
              <a:rPr lang="en-US" altLang="ko-KR" dirty="0"/>
              <a:t>(</a:t>
            </a:r>
            <a:r>
              <a:rPr lang="ko-KR" altLang="en-US" dirty="0"/>
              <a:t>자동차에서 총기를 발사하거나 </a:t>
            </a:r>
            <a:r>
              <a:rPr lang="ko-KR" altLang="en-US" dirty="0" err="1"/>
              <a:t>맞았을때</a:t>
            </a:r>
            <a:r>
              <a:rPr lang="ko-KR" altLang="en-US" dirty="0"/>
              <a:t> 어떤 움직임이 나타나는지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8</a:t>
            </a:r>
            <a:r>
              <a:rPr lang="ko-KR" altLang="en-US" dirty="0"/>
              <a:t>주차</a:t>
            </a:r>
            <a:r>
              <a:rPr lang="en-US" altLang="ko-KR" dirty="0"/>
              <a:t>:</a:t>
            </a:r>
          </a:p>
          <a:p>
            <a:pPr marL="914400" lvl="1" indent="-457200">
              <a:buFont typeface="+mj-lt"/>
              <a:buAutoNum type="arabicParenR"/>
            </a:pPr>
            <a:r>
              <a:rPr lang="ko-KR" altLang="en-US" dirty="0"/>
              <a:t>늦어진 작업 및 과제 마무리</a:t>
            </a:r>
            <a:endParaRPr lang="en-US" altLang="ko-KR" dirty="0"/>
          </a:p>
          <a:p>
            <a:pPr marL="914400" lvl="1" indent="-457200">
              <a:buFont typeface="+mj-lt"/>
              <a:buAutoNum type="arabicParenR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499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376</Words>
  <Application>Microsoft Office PowerPoint</Application>
  <PresentationFormat>와이드스크린</PresentationFormat>
  <Paragraphs>80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Cambria Math</vt:lpstr>
      <vt:lpstr>Office 테마</vt:lpstr>
      <vt:lpstr>Car Simulator</vt:lpstr>
      <vt:lpstr>목차</vt:lpstr>
      <vt:lpstr>주제 및 최종 목표</vt:lpstr>
      <vt:lpstr>1주차 진행내용</vt:lpstr>
      <vt:lpstr>1주차 진행내용</vt:lpstr>
      <vt:lpstr>1주차 진행내용</vt:lpstr>
      <vt:lpstr>1주차 진행내용</vt:lpstr>
      <vt:lpstr>1주차 진행내용</vt:lpstr>
      <vt:lpstr>1주차 진행내용</vt:lpstr>
      <vt:lpstr>1주차 진행내용</vt:lpstr>
      <vt:lpstr>주차별 목표</vt:lpstr>
      <vt:lpstr>주차별 목표</vt:lpstr>
      <vt:lpstr>주차별 목표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정주은</dc:creator>
  <cp:lastModifiedBy>정주은</cp:lastModifiedBy>
  <cp:revision>3</cp:revision>
  <dcterms:created xsi:type="dcterms:W3CDTF">2026-07-03T01:27:54Z</dcterms:created>
  <dcterms:modified xsi:type="dcterms:W3CDTF">2026-07-03T06:54:23Z</dcterms:modified>
</cp:coreProperties>
</file>